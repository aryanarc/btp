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"/>
            <a:ext cx="12188952" cy="0"/>
          </a:xfrm>
          <a:prstGeom prst="line">
            <a:avLst/>
          </a:prstGeom>
          <a:noFill/>
          <a:ln w="12700">
            <a:solidFill>
              <a:srgbClr val="2A3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12700">
            <a:solidFill>
              <a:srgbClr val="2A3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12700">
            <a:solidFill>
              <a:srgbClr val="2A3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Complete: Graph + Routing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 this milestone, and the roadmap from here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1005840" cy="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Markoff  ·  BTP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milestone started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38100" dir="5400000">
              <a:srgbClr val="4C5A7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demo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SQLite-free file storage, with upload / render / query endpoints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ingestion using OpenIndoorMaps / OSM indoor tagging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MapLibre GL JS frontend renders uploaded maps floor by floor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/query endpoint was a placeholder — it logged text and returned a canned reply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23760" y="19659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965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GeoJSON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26880" y="2624328"/>
            <a:ext cx="0" cy="3840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23760" y="300837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30083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 server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0" y="3666744"/>
            <a:ext cx="0" cy="3840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23760" y="405079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40507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on map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6880" y="4709160"/>
            <a:ext cx="0" cy="3840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509320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DEDE0"/>
          </a:solidFill>
          <a:ln w="1905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50932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canned reply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604418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seam Phase 1 plugs into — the round trip stayed intact.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 · Phase 1 Status &amp; Roadmap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SHIPPED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now knows how to get you there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38100" dir="5400000">
              <a:srgbClr val="4C5A7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built from GeoJSON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corridors, stairs, elevators and exits become a weighted graph — built once per map upload.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38100" dir="5400000">
              <a:srgbClr val="4C5A7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 shortest-path routing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/route endpoint returns the shortest path between any two rooms or POIs on that graph.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38100" dir="5400000">
              <a:srgbClr val="4C5A7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Multi-floor, automatically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5661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 and elevators become vertical edges, so the router crosses floors without special-case logic.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 to end: </a:t>
            </a:r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via FastAPI's TestClient, and a clean 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frontend.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 · Phase 1 Status &amp; Roadmap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indoor graph is built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vertices form the walkable backbone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becomes one node at its centroid, snapped to the nearest corridor node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 / elevators spanning levels “0;1” become two nodes linked by a vertical edge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Elevators cost less than stairs, so the router prefers them when both exist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828800"/>
            <a:ext cx="6492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6636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3108960"/>
            <a:ext cx="57607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1868" y="2331720"/>
            <a:ext cx="914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01868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C-301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59068" y="2834640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06156" y="2331720"/>
            <a:ext cx="914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06156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C-302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63356" y="2834640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30678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70064" y="30678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674352" y="30678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38460" y="30678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4206240"/>
            <a:ext cx="6492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4279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94960" y="5486400"/>
            <a:ext cx="57607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1868" y="4709160"/>
            <a:ext cx="914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01868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A-101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59068" y="5212080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6156" y="4709160"/>
            <a:ext cx="914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06156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B-102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63356" y="5212080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54452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7370064" y="54452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674352" y="54452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38460" y="54452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9514332" y="3364992"/>
            <a:ext cx="402336" cy="40233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514332" y="4005072"/>
            <a:ext cx="402336" cy="40233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3" name="Shape 31"/>
          <p:cNvSpPr/>
          <p:nvPr/>
        </p:nvSpPr>
        <p:spPr>
          <a:xfrm>
            <a:off x="9715500" y="3566160"/>
            <a:ext cx="0" cy="640080"/>
          </a:xfrm>
          <a:prstGeom prst="line">
            <a:avLst/>
          </a:prstGeom>
          <a:noFill/>
          <a:ln w="31750">
            <a:solidFill>
              <a:srgbClr val="F2994A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9989820" y="3566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(vertical edge)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 · Phase 1 Status &amp; Roadmap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new endpoints, same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76200" dist="25400" dir="5400000">
              <a:srgbClr val="4C5A7A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MapLibre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41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overlay + picker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49040" y="2377440"/>
            <a:ext cx="594360" cy="0"/>
          </a:xfrm>
          <a:prstGeom prst="line">
            <a:avLst/>
          </a:prstGeom>
          <a:noFill/>
          <a:ln w="19050">
            <a:solidFill>
              <a:srgbClr val="5C6B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18745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76200" dist="25400" dir="5400000">
              <a:srgbClr val="4C5A7A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43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441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/pois  ·  /route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43800" y="2377440"/>
            <a:ext cx="594360" cy="0"/>
          </a:xfrm>
          <a:prstGeom prst="line">
            <a:avLst/>
          </a:prstGeom>
          <a:noFill/>
          <a:ln w="19050">
            <a:solidFill>
              <a:srgbClr val="5C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8745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4C5A7A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3816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graph.py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441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networkx Dijkstra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5760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57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657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/maps/{id}/pois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2062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exits and tagged POIs usable as route endpoints — populates the From / To pickers.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342900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65760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DED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657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657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/maps/{id}/route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2062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{ from_query, to_query } — matches by ref or name, returns distance, per-floor segments, and step-by-step directions.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 · Phase 1 Status &amp; Roadmap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demo, start to finish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76200" dist="25400" dir="5400000">
              <a:srgbClr val="4C5A7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2514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app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bundled two-floor sample map loads automatically — no upload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3611880"/>
            <a:ext cx="21945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82696" y="196596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76200" dist="25400" dir="5400000">
              <a:srgbClr val="4C5A7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1965960"/>
            <a:ext cx="2514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2696" y="1965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6060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From / To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465576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two rooms or POIs from the picker, e.g. Room A-101 → Lab C-301.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97296" y="3611880"/>
            <a:ext cx="21945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16752" y="196596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76200" dist="25400" dir="5400000">
              <a:srgbClr val="4C5A7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16752" y="1965960"/>
            <a:ext cx="2514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16752" y="1965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6060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route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runs Dijkstra over the graph and returns distance + directions.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31352" y="3611880"/>
            <a:ext cx="21945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50808" y="196596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76200" dist="25400" dir="5400000">
              <a:srgbClr val="4C5A7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50808" y="1965960"/>
            <a:ext cx="2514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50808" y="1965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933688" y="26060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on the map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933688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draws on the current floor; switch floors to follow it across levels.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 </a:t>
            </a:r>
            <a:pPr indent="0" marL="0">
              <a:buNone/>
            </a:pPr>
            <a:r>
              <a:rPr lang="en-US" sz="1250" i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at Room A-101 (floor 0) → Take the elevator to floor 1 → Arrive at Lab C-301 (floor 1).”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 · Phase 1 Status &amp; Roadmap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THE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of 4 — status check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28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+ routing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402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graph.py, /pois, /route, route overlay + picker in the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84080" y="2057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E8EC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91693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Q&amp;A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644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/query is still the original placeholder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84080" y="30815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84080" y="3081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E8EC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410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Preferences &amp; POIs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88536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Accessibility-aware routing, POI search, nearest-feature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84080" y="410565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84080" y="41056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55464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E8EC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9651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554480" y="5312664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Q&amp;A, floor-plan-image extraction, voice / 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784080" y="512978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784080" y="5129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 · Phase 1 Status &amp; Roadmap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Phase 2–4 will add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931920"/>
          </a:xfrm>
          <a:prstGeom prst="rect">
            <a:avLst/>
          </a:prstGeom>
          <a:solidFill>
            <a:srgbClr val="252E6B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14884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Q&amp;A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788920"/>
            <a:ext cx="300837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entity parser wired into /query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intent set: stairs, exits, POIs, routing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the same graph as routing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520440" cy="3931920"/>
          </a:xfrm>
          <a:prstGeom prst="rect">
            <a:avLst/>
          </a:prstGeom>
          <a:solidFill>
            <a:srgbClr val="252E6B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214884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Preferences &amp; POI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788920"/>
            <a:ext cx="300837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Avoid-stairs / fewest-transitions edge weights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&amp; semantic search (“printer”, “vending machine”)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Nearest-feature queries combining search + graph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920240"/>
            <a:ext cx="3520440" cy="3931920"/>
          </a:xfrm>
          <a:prstGeom prst="rect">
            <a:avLst/>
          </a:prstGeom>
          <a:solidFill>
            <a:srgbClr val="252E6B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214884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Stretch goals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788920"/>
            <a:ext cx="300837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open-ended building questions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Floor-plan-image → GeoJSON via CV pipeline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E5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and AR-style directional overlays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Indoor Mapping · Phase 1 Status &amp; Roadmap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next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98064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the Phase 2 intent 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12724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fixed list (stairs, exits, POIs, routing) is enough for a strong next version.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758184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accessibility model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087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Avoid-stairs and fewest-transitions modes only need a new edge-weight function — same graph, same algorithm.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718304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validating on real exports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04748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graph against the bundled OpenIndoorMaps samples, not just the toy building.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989320"/>
            <a:ext cx="1005840" cy="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Markoff  ·  BTP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2026-09-25T07:26:07Z</dcterms:created>
  <dcterms:modified xsi:type="dcterms:W3CDTF">2026-09-25T07:26:07Z</dcterms:modified>
</cp:coreProperties>
</file>